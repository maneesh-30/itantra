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____________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– iTantra: Indian Multilingual TTS &amp; STT Aided Neural Transceiver – Radio Access for Low-Bitrate Links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 – ____________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 –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 – ____________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– ____________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iTantra – Proposed Solution</a:t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3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Problem: in disasters &amp; remote areas the network is weak or dead – audio is too heavy to send, and typing excludes people who cannot read/write.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3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Solution – the person just speaks; the phone does the rest: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3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Speech-to-Text turns the speech into a small text message.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3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Only the text is sent over the link (WiFi / Bluetooth / LoRa).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3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Text-to-Speech on the other phone plays it back as voice.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3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Only text crosses the link: ~80 bytes vs ~200 KB of audio ≈ 2500× smaller → it survives low-bitrate links where audio fails.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3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Fully offline &amp; open-source; 10 Indian languages; push-to-talk + phone modes; alerts at max volume.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3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Innovation: voice in / voice out with a text-sized payload – offline, km-range, multilingual voice on a cheap phone.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App: native Android (Kotlin), Android 7.0+, low/mid-range phones.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On-device engine: sherpa-onnx (ONNX Runtime) – runs both STT and TTS offline.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STT: Moonshine (English), Whisper / AI4Bharat (Indian); TTS: VITS / Piper; VAD: Silero (pause detection).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Transport: channel-based over WiFi/Bluetooth now; LoRa / Meshtastic (2–15 km) for real deployment.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Pipeline: Capture (PTT/VAD) → STT (full-clip, on a pause) → send text on a channel → TTS → play; alerts = max volume.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Swappable Transport interface – WiFi today, LoRa tomorrow, with no changes to the rest of the app.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3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Working prototype today: two phones talking end-to-end over WiFi, fully offline (tested on Redmi, Realme, iQOO).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3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All components are open-source → near-zero software cost; optional LoRa hardware ~₹1,500–3,000.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3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Challenge → Strategy: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3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Accuracy for 10 languages → per-language models; force the language per selection; measure WER.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3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App / model size on cheap phones → int8 quantization + on-demand per-language download.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3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Idle battery / CPU → push-to-talk keeps mic &amp; models off when idle (near-zero idle CPU).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3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Background noise → PTT gating + VAD thresholds + noise suppression.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3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Real long-range link → abstract transport, drop in LoRa/Meshtastic with no app change.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Users: disaster response; defense / border / forest / coast patrols; search &amp; rescue and trekking; remote &amp; rural communities.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Inclusive – voice works for people who cannot read or write.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Life-saving – alert/distress messages get through where voice calls fail, at maximum volume.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Infrastructure-free – no towers, no internet, no data cost.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Social: equal access to emergency comms across languages &amp; literacy levels.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Economic: near-zero running cost; cheap phones &amp; radios; no subscriptions.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Strategic: indigenous, open-source, offline – data never leaves the device.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sherpa-onnx – on-device STT/TTS/VAD (next-gen Kaldi): github.com/k2-fsa/sherpa-onnx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AI4Bharat – open Indian-language speech models (IndicConformer, Indic-TTS): ai4bharat.org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Moonshine (offline English ASR); OpenAI Whisper (multilingual ASR).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VITS / Piper – offline neural TTS voices.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Silero VAD – voice activity / pause detection.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LoRa / Meshtastic – open-source long-range radio mesh: meshtastic.org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ONNX Runtime – on-device model inference.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Rationale: text ~80 B/sentence vs audio ~200 KB/sentence → ~2500× less data.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