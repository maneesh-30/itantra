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iTantra lets people communicate by voice in 10 Indian languages, fully offline, on the weakest radio links, by sending text across the link instead of audio.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trick is simple and powerful: never send audio, send text. That one decision makes offline, long-range, multilingual voice possible on a cheap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reuse mature open-source models and designed transport as a plug, so the same app scales from a WiFi demo to kilometre-range LoRa radio.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loop already works offline on ordinary phones. Remaining work is scaling languages and swapping in LoRa — both accommodated by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is widest exactly where communication matters most and is hardest — emergencies, off-grid, and for people left out by text-only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built on proven, open-source, offline technology — exactly what the problem statement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iTantra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Multilingual TTS &amp; STT Aided Neural Transceiver — Radio Access for Low-Bitrate Links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here, heard there — only text crosses the link, so it works where a voice call can't.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→ text (STT)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33832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3383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/ BT / LoRa  ·  text only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33832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3383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speak (TTS)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63240" y="3721608"/>
            <a:ext cx="1005840" cy="329184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720840" y="3721608"/>
            <a:ext cx="1005840" cy="329184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09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 ·  Open-source  ·  10 Indian languages  ·  Low &amp; mid-range phones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ID: ____________     Theme: ____________     Category: Software     Team ID: ______     Team: 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— send text, not audio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disasters and remote areas the network is weak or dead. Audio is too heavy to send; typing excludes people who can't read or write.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→ convert to text on the phone (STT)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tiny text over the link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back to speech on the other phone (TTS)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speak &amp; hear voice — inclusive for non-literate users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Push-to-talk &amp; phone modes; alert = max volume, non-interruptible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4599432" cy="3108960"/>
          </a:xfrm>
          <a:prstGeom prst="roundRect">
            <a:avLst>
              <a:gd name="adj" fmla="val 235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69480" y="192024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spoken sentence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69480" y="2377440"/>
            <a:ext cx="4142232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60920" y="2377440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 ≈ 200,000 bytes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69480" y="3154680"/>
            <a:ext cx="5486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09560" y="315468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≈ 80 bytes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794760"/>
            <a:ext cx="4142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2500× smaller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448056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voice survives links that cannot carry audio.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Novel: </a:t>
            </a:r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voice-in / voice-out with a text-sized payload — enabling offline, km-range, multilingual voice on a cheap phone.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open-source, all on-device (no internet, no cloud)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561795" cy="411480"/>
          </a:xfrm>
          <a:prstGeom prst="roundRect">
            <a:avLst>
              <a:gd name="adj" fmla="val 48889"/>
            </a:avLst>
          </a:prstGeom>
          <a:solidFill>
            <a:srgbClr val="EE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5617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Kotlin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93315" y="1463040"/>
            <a:ext cx="2412187" cy="411480"/>
          </a:xfrm>
          <a:prstGeom prst="roundRect">
            <a:avLst>
              <a:gd name="adj" fmla="val 48889"/>
            </a:avLst>
          </a:prstGeom>
          <a:solidFill>
            <a:srgbClr val="EE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3315" y="1463040"/>
            <a:ext cx="24121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sherpa-onnx (ONNX Runtime)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88382" y="1463040"/>
            <a:ext cx="3262579" cy="411480"/>
          </a:xfrm>
          <a:prstGeom prst="roundRect">
            <a:avLst>
              <a:gd name="adj" fmla="val 48889"/>
            </a:avLst>
          </a:prstGeom>
          <a:solidFill>
            <a:srgbClr val="EE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88382" y="1463040"/>
            <a:ext cx="326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STT: Moonshine · Whisper · AI4Bharat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33842" y="1463040"/>
            <a:ext cx="1646834" cy="411480"/>
          </a:xfrm>
          <a:prstGeom prst="roundRect">
            <a:avLst>
              <a:gd name="adj" fmla="val 48889"/>
            </a:avLst>
          </a:prstGeom>
          <a:solidFill>
            <a:srgbClr val="EE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3842" y="1463040"/>
            <a:ext cx="1646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TTS: VITS / Piper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163556" y="1463040"/>
            <a:ext cx="1136599" cy="411480"/>
          </a:xfrm>
          <a:prstGeom prst="roundRect">
            <a:avLst>
              <a:gd name="adj" fmla="val 48889"/>
            </a:avLst>
          </a:prstGeom>
          <a:solidFill>
            <a:srgbClr val="EE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63556" y="1463040"/>
            <a:ext cx="11365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VAD: Silero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2327148" cy="411480"/>
          </a:xfrm>
          <a:prstGeom prst="roundRect">
            <a:avLst>
              <a:gd name="adj" fmla="val 48889"/>
            </a:avLst>
          </a:prstGeom>
          <a:solidFill>
            <a:srgbClr val="EE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011680"/>
            <a:ext cx="2327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WiFi/BT → LoRa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Capture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· PTT gates noise · VAD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32888" y="3776472"/>
            <a:ext cx="219456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0632" y="3200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862072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STT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full-clip → text on a pause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3776472"/>
            <a:ext cx="219456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992624" y="3200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084064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Transport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on a channel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76872" y="3776472"/>
            <a:ext cx="219456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7214616" y="3200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306056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TTS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speech, voice note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98864" y="3776472"/>
            <a:ext cx="219456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9436608" y="3200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528048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Alert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volume, non-stop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highlight: 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swappable Transport interface — WiFi today, LoRa (2–15 km) tomorrow, no app changes.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today: </a:t>
            </a:r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 talking end-to-end over WiFi, fully offline (tested on Redmi, Realme, iQOO).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✓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90472" y="15544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90472" y="1554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✓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32304" y="1554480"/>
            <a:ext cx="1883664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32304" y="155448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Two-phone loop 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1481328" cy="384048"/>
          </a:xfrm>
          <a:prstGeom prst="roundRect">
            <a:avLst>
              <a:gd name="adj" fmla="val 4761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mode ✓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1682496" cy="384048"/>
          </a:xfrm>
          <a:prstGeom prst="roundRect">
            <a:avLst>
              <a:gd name="adj" fmla="val 47619"/>
            </a:avLst>
          </a:prstGeom>
          <a:solidFill>
            <a:srgbClr val="EE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55448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languages ▷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554480"/>
            <a:ext cx="877824" cy="384048"/>
          </a:xfrm>
          <a:prstGeom prst="roundRect">
            <a:avLst>
              <a:gd name="adj" fmla="val 47619"/>
            </a:avLst>
          </a:prstGeom>
          <a:solidFill>
            <a:srgbClr val="EE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73568" y="15544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▷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240280"/>
            <a:ext cx="5408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31636" y="2240280"/>
            <a:ext cx="5408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2560320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2560320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for 10 languages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68796" y="2560320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Per-language models; force language per selection; measure WER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1636" y="3310128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5800" y="3310128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model size on cheap phones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368796" y="3310128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+ on-demand per-language download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059936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31636" y="4059936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4059936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battery / CPU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368796" y="4059936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Push-to-talk = mic &amp; models off when idle → near-zero idle CPU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809744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1636" y="4809744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" y="4809744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368796" y="4809744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 gating + VAD thresholds + noise suppression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559552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1636" y="5559552"/>
            <a:ext cx="5408676" cy="658368"/>
          </a:xfrm>
          <a:prstGeom prst="roundRect">
            <a:avLst>
              <a:gd name="adj" fmla="val 11111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85800" y="5559552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long-range link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368796" y="5559552"/>
            <a:ext cx="5134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transport → drop in LoRa/Meshtastic, no app change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23477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response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floods, quakes — towers down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90138" y="128016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499866" y="1280160"/>
            <a:ext cx="23477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patrols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border, forest, coast — off-grid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1636" y="128016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41364" y="1280160"/>
            <a:ext cx="23477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Rescue, trekking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spread over km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73134" y="1280160"/>
            <a:ext cx="2567178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82862" y="1280160"/>
            <a:ext cx="234772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&amp; rural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 coverage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329184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94760"/>
            <a:ext cx="3148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access to emergency comms across languages &amp; literacy levels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37304" y="31089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20184" y="329184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0184" y="3794760"/>
            <a:ext cx="3148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running cost; cheap phones &amp; radios; no subscriptions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5968" y="310896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08848" y="329184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08848" y="3794760"/>
            <a:ext cx="3148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Indigenous, open-source, offline — data never leaves the device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by design — voice works for people who cannot read or write.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sherpa-onnx — on-device STT/TTS/VAD (next-gen Kaldi):  github.com/k2-fsa/sherpa-onnx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— open Indian-language speech models (IndicConformer, Indic-TTS):  ai4bharat.org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Moonshine (offline English ASR) · OpenAI Whisper (multilingual ASR)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VITS / Piper — offline neural TTS voices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— voice activity / pause detection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Meshtastic — open-source long-range radio mesh:  meshtastic.org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on-device model inference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484632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rationale:  </a:t>
            </a:r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≈ 80 bytes/sentence vs audio ≈ 200 KB/sentence  →  ~2500× less data — the basis for voice over low-bitrate links.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Team iTantra</dc:creator>
  <cp:lastModifiedBy>Team iTantra</cp:lastModifiedBy>
  <cp:revision>1</cp:revision>
  <dcterms:created xsi:type="dcterms:W3CDTF">2026-09-11T19:03:21Z</dcterms:created>
  <dcterms:modified xsi:type="dcterms:W3CDTF">2026-09-11T19:03:21Z</dcterms:modified>
</cp:coreProperties>
</file>